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+ 웹 사용기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보고 목적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왜 지금 비교하나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2026년 6월부터 외부 AI 도입을 검토합니다. 도입 전 ChatGPT·Gemini·Claude 각각의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강점과 차이를 알아두어, 우리 팀 업무에 맞는 도구를 고르기 위한 조사입니다.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58775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생산성 (코딩·문서·반복 업무)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에이전트 (자동으로 여러 단계 수행)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문서·지식 (긴 사양서·검색·OCR)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멀티모달 (이미지·PDF 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비용·속도 (API·사용 제한)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606040"/>
            <a:ext cx="5257800" cy="32004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4320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1차: 각 회사 공식 문서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2차: 웹 사용기·비교 리뷰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(참고로 표기)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주의: 보안·라이선스는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별도 법무·보안 검토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3종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한 줄 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만능형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범용이라 업무별 최적은 다를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연동·긴 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916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세 AI 모두 '최고 하나'가 아니라, 업무 유형별로 맞는 도구가 다릅니다. 실무에서는 복수 도입·역할 분담도 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주의 (한계)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API로 전체 수집한 것이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다름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 글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'반복되는 패턴'만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유저들이 공통으로 말하는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'최고 하나'보다 업무별로 여러 AI를 스택으로 쓴다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벤치보다 '매일 쓸 때 한도·속도·실수'가 더 중요하다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긴 문서·Google 업무는 Gemini, 만능·음성은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플랫폼별에서 들리는 목소리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434840"/>
            <a:ext cx="11201400" cy="16916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553712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사용기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11247120" cy="11430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02352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'하나만'이 아니라 업무별 스택 사용 — Reddit·X·GitHub 모두 도구 갈아타기를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13892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읽는 법 (주의)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서로 다른 제3자 설문 → '순위'보다 '경향'으로 해석. 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AI별 실사용 불만 (상세)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8813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사내 Gauss의 '분당 3~4회 제한'처럼, 외부 AI도 '사용 한도'가 실무 병목이 됩니다.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→ PoC에서 한도·속도·코드 신뢰도(틀린 코드 비율)를 반드시 직접 측정하세요.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유저 평가 (HW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617720"/>
            <a:ext cx="11201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유저 후기에서 상대적 강점으로 자주 언급 (공식 벤치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1208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유저 추천 스택 (참고)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Gemini(긴 사양서·OCR) + ChatGPT(만능·음성·빠른 질문)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HW팀 PoC: 업무별로 2주씩 써 보고 한도·속도·실수율을 직접 측정 권장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소개 vs 유저 평가 —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공식이 말하는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유저가 추가로 말하는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09160"/>
            <a:ext cx="1120140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78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도입 시 체크리스트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1. 공식 문서로 '기능이 되는지' 확인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2. 유저 후기로 '매일 쓸 때 불편한지' PoC에서 확인 (한도·속도·코드 검증)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3. 사내 Gauss와 역할 분리 — 외부는 보안 승인 후 고급 보조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개발팀 적용 및 선택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이유 (쉬운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높음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문서·검색이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모두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정리는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사람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보조, 실측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선택 가이드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긴 사양서·검색 → Gemini  |  범용·도구 연결 → ChatGPT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당장 PoC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코드·문서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50292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회로·부품 최종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불량 원인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양산 영향 평가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1325880"/>
            <a:ext cx="3611880" cy="5029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개선·검토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보안·법무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사내 Gauss와 역할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팀 공통 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도구별 라이선스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526280"/>
            <a:ext cx="11018520" cy="14173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외부 AI는 사내 Gauss를 대체하기보다, 보안 검토 후 '고급 보조'로 쓰는 것이 현실적입니다.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6월 도입 전: 업무별 PoC 1~2건 선정 → 효과·보안 측정 → 팀 표준 가이드화를 제안합니다.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vs ChatGPT — 성능·결과물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비교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ChatGPT (GPT-5.5)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DeepSeek V4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Qwen3.7-Max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91056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591056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실무 코딩 (SWE-Bench)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418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최상위권 (프런티어)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91056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0260" y="1591056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 (근접)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206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Pro 60.6% · Term 69.7%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2011680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과학 추론 (GPQA)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418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상위권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011680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0260" y="2011680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206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92.4% (최고급)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32304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2432304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맥락 길이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418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수십만 토큰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2432304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0260" y="2432304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206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852928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2852928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출력 비용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6418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기준 (1x)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852928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0260" y="2852928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1/34 수준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206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ChatGPT보다 저렴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73552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300" y="3273552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라이선스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6418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273552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0260" y="3273552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오픈웨이트 (MIT)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2396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206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822191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3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ChatGPT 대비 결과물 차이 (실사용 평가)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06240"/>
            <a:ext cx="11155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코드: ChatGPT는 설명·주석이 친절한 범용형 / DeepSeek은 간결·고효율 코드와 수학·알고리즘 우위 / Qwen은 장기 에이전트·멀티스텝 일관성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한국어·문장: ChatGPT가 자연스러움·맥락 유지에서 우위 / 중국 모델은 영어·중국어가 강하고 한국어 미세 표현은 상대적 약세 가능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안정성: ChatGPT는 생태계·안전장치가 성숙 / 중국 모델은 환각률 개선(Qwen 22.9%)이나 정책·검열 편향 가능성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440680"/>
            <a:ext cx="11292840" cy="8686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40680"/>
            <a:ext cx="10835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도입 주의: 데이터 레지던시(관할) 보장 미흡 → HW 설계·소스코드 등 민감정보 입력 금지·법무/보안 검토 필수.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수치는 자가보고·제3자 벤치가 혼재 → 도입 전 사내 PoC로 재검증 (사내 Gauss 보조 용도로 한정 검토).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