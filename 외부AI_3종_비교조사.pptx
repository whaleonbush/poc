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삼성전자 스마트폰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+ 웹 사용기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보고 목적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왜 지금 비교하나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2026년 6월부터 외부 AI 도입을 검토합니다. 도입 전 ChatGPT·Gemini·Claude 각각의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강점과 차이를 알아두어, 우리 팀 업무에 맞는 도구를 고르기 위한 조사입니다.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0604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58775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(6가지)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생산성 (코딩·문서·반복 업무)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에이전트 (자동으로 여러 단계 수행)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문서·지식 (긴 사양서·검색·OCR)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멀티모달 (이미지·PDF 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321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321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비용·속도 (API·사용 제한)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606040"/>
            <a:ext cx="5257800" cy="32004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743200"/>
            <a:ext cx="4846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1차: 각 회사 공식 문서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2차: 웹 사용기·비교 리뷰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(참고로 표기)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주의: 보안·라이선스는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별도 법무·보안 검토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3종 한눈에 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한 줄 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만능형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범용이라 업무별 최적은 다를 수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연동·긴 문서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572000"/>
            <a:ext cx="11201400" cy="13716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70916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메시지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세 AI 모두 '최고 하나'가 아니라, 업무 유형별로 맞는 도구가 다릅니다. 실무에서는 복수 도입·역할 분담도 흔합니다.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0195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0195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코딩·추론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3558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166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774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32304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43230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에이전트·MCP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3558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166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8774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62656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2962656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긴 문서·맥락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3558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2356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166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964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8774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493008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493008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검색·최신정보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3558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166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774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023360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023360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멀티모달·OCR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748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3558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6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166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4964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8774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53712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55371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Google 연동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748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3558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166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4964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8774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084064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9580" y="508406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코드 품질(참고)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9748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3558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2356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166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4964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8774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○ 보통  △ 상대적 약함  |  '코드 품질'은 웹 사용기 참고, 공식 벤치 아님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(7/9)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개발팀 적용 및 선택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이유 (쉬운 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8745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8745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8745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87452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8745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높음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7744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37744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37744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37744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37744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37744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문서·검색이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6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288036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8036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288036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모두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288036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288036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정리는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38328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38328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38328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38328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38328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8620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388620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8620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388620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388620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388620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1020" y="43891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최종 회로·양산 판단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63240" y="438912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1340" y="43891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사람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438912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87340" y="43891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AI는 보조, 실측 필수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4892040"/>
            <a:ext cx="11201400" cy="12344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02920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선택 가이드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긴 사양서·검색 → Gemini  |  범용·도구 연결 → ChatGPT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(8/9)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 및 제언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61188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당장 PoC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코드·문서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측정 데이터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로그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반복 업무 자동화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1325880"/>
            <a:ext cx="3611880" cy="502920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신중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회로·부품 최종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불량 원인 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양산 영향 평가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75320" y="1325880"/>
            <a:ext cx="3611880" cy="5029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개선·검토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보안·법무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사내 Gauss와 역할 분리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팀 공통 가이드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도구별 라이선스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526280"/>
            <a:ext cx="11018520" cy="141732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663440"/>
            <a:ext cx="10515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9FC4E8"/>
                </a:solidFill>
                <a:latin typeface="Apple SD Gothic Neo"/>
              </a:rPr>
              <a:t>최종 결론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외부 AI는 사내 Gauss를 대체하기보다, 보안 검토 후 '고급 보조'로 쓰는 것이 현실적입니다.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6월 도입 전: 업무별 PoC 1~2건 선정 → 효과·보안 측정 → 팀 표준 가이드화를 제안합니다.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(9/9)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Models / Changelog / AgentKit 소개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Google Gemini 3.5 Blog / Gemini API / Enterprise Capabilities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Anthropic Claude Models Overview / API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참고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Kanerika 2026 Workflow Comparison (Medium)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참고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IntuitionLabs Enterprise Guide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참고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PickYourAITool / HeyChappie 코딩 비교 리뷰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