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및 웹 사용자 평가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평가 대상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대상 (3종)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72768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572768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OpenAI · GPT-5.x · 범용 /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86000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Google · 3.5 Flash · 장문 / 멀티모달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99232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99232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999232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Anthropic · Opus/Sonnet · 코딩 / 장기 에이전트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(6개 항목)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55448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55448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생산성 (코딩·추론)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993392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93392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에이전트 (다단계 자동화)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432304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32304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문서·지식 (장문·검색·OCR)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871216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871216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멀티모달 (이미지·PDF)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10128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10128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74904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74904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비용·속도 (API·사용 한도)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15968"/>
            <a:ext cx="1124712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43984"/>
            <a:ext cx="10835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 및 유의사항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1차: 각 사 공식 문서  /  2차: 웹 사용자 평가·비교 리뷰 (참고로 표기)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· 보안·라이선스는 별도 법무·보안 검토가 필요하며, 본 자료는 도입 검토용 참고 자료임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 3종 비교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유의점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범용형으로 업무별 최적 모델은 상이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연동·장문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의존도 높음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193792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단일 최우수 모델은 없으며, 업무 유형별 적합 모델이 상이합니다. 실무에서는 복수 도입·역할 분담이 일반적입니다.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365760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평가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2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38528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38528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생산성 (코딩·추론)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0718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782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505456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505456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 (다단계 자동화)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908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0718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972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82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72384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3072384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문서·지식 (장문·검색·OCR)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908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0718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750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8972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2782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639312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639312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 (이미지·PDF)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8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0718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750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782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206240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206240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엔터프라이즈 (관리·보안·연동)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908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0718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750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8972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782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773168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773168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비용·속도 (API·사용 한도)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6908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0718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6750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8972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2782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5532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 ○ 보통   △ 상대적 약함   |   공식 자료 및 사용자 평가 종합 (정량 벤치마크 아님)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한계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 기반 전수 수집이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상이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홍보·제휴성 게시물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반복되는 평가 패턴 중심으로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사용자 공통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단일 모델보다 업무별 복수 LLM 병행 사용이 일반적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벤치마크보다 실사용 시 사용 한도·속도·오류가 더 중요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장문 문서·Google 연동은 Gemini, 범용·음성은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(8/17)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 사용자 평가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681728"/>
            <a:ext cx="11201400" cy="155448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791456"/>
            <a:ext cx="10789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(9/17)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커뮤니티 사용자 평가 (Reddit·X·GitHub·Slack·Discord)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대표 사용기 · 인용 패턴 (참고)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56232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1856232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56232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8340" y="1856232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"만능 칼(ChatGPT) vs 정밀 메스(Claude)"; GPT-5 '답 짧다' 불만 4,600+ upvotes; Claude 한도 불만 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78024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2478024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478024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2478024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2025~26 빌더·개발자층 Claude 이동; Codex(속도·비용·위임) vs Claude Code(코드 품질) 논쟁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99816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3099816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099816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8340" y="3099816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Gist 비교: Claude 확장성·맥락 / Codex 샌드박스 보안; claude-code·gemini-cli Issues에 한도·자율과잉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3721608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721608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58340" y="3721608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 AI: 스레드 요약·액션아이템; ChatGPT를 RAG '프론트도어 비서'로; 'Slack → 작업 자동화' 비교 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4343400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343400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4343400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Claude Code를 MCP로 원격 제어(폰으로 코딩 지시·수신); 도구 비교·개발자 설문 토론 활발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02352"/>
            <a:ext cx="11247120" cy="11155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02936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공통 결론: 단일 모델이 아닌 업무별 병행 사용 — Reddit·X·GitHub 모두 도구 병행을 권장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팀 활용은 Slack 요약부터, Discord·MCP 원격 제어는 사내 보안 검토 후 적용 (외부 연동 주의)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(10/17)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166360"/>
            <a:ext cx="11247120" cy="105156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66944"/>
            <a:ext cx="10789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해석 시 유의사항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상이한 제3자 설문이므로 '순위'보다 '경향'으로 해석. 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LLM별 주요 제약 및 불만 사항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800600"/>
            <a:ext cx="1083564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• 사내 Gauss의 분당 3~4회 호출 제한과 마찬가지로, 외부 LLM도 사용 한도가 실무 병목 요인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• PoC 단계에서 사용 한도·응답 속도·코드 신뢰도(오류율)를 정량 측정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사용자 평가 (HW 개발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828032"/>
            <a:ext cx="11201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사용자 평가에서 상대적 강점으로 자주 언급 (공식 벤치마크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230368"/>
            <a:ext cx="11201400" cy="107899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32180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권장 조합 (참고)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Gemini(장문 사양서·OCR) + ChatGPT(범용·음성·신속 질의)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PoC 권장: 업무별 2주 시범 운영 후 사용 한도·속도·오류율을 정량 측정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자료 vs 사용자 평가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 자료 요지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사용자 평가 추가 지적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56048"/>
            <a:ext cx="11201400" cy="1353312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029200"/>
            <a:ext cx="107899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F27E2E"/>
                </a:solidFill>
                <a:latin typeface="Apple SD Gothic Neo"/>
              </a:rPr>
              <a:t>도입 검토 체크리스트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1. 공식 문서로 기능 지원 여부 확인  2. PoC로 일상 사용 시 제약(한도·속도·코드 품질) 검증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 사내 Gauss와 역할 분리 — 외부 LLM은 보안 승인 후 고급 보조 수단으로 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 업무별 적용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 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선정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우수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문서·검색 연동이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공통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정형화 작업에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 보유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 기반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엔지니어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 수단, 실측 검증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029200"/>
            <a:ext cx="11201400" cy="1143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12064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선정 가이드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장문 사양서·검색 → Gemini  |  범용·도구 연동 → ChatGPT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 처리)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결론: LLM별 사내 활용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공식 자료와 사용자 사용 사례를 종합한, HW 개발 업무에서의 효율적 활용 방안입니다.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3675887" cy="47548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측정 자동화·CI/CD 로그 분석 스크립트 초안 작성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회의록·시험 보고서 등 문서 초안 신속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AgentKit·MCP 기반 사내 도구 연동 (보안 승인 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399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399" y="1572768"/>
            <a:ext cx="3675887" cy="47548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7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수백 페이지 데이터시트·사양서 요약 및 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7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스캔 PDF·회로도 캡처 OCR 후 텍스트화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7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Workspace 기반 문서·협업 연계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8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8" y="1572768"/>
            <a:ext cx="3675887" cy="47548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8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6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펌웨어·드라이버 코드 초안 및 리팩터링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6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레거시 코드 분석·인수인계 문서화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6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 기반 장기 다단계 작업 수행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315968"/>
            <a:ext cx="11247120" cy="162763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315968"/>
            <a:ext cx="10652760" cy="1627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종합 결론 및 도입 제언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• 외부 LLM은 사내 Gauss(망분리 보조)를 대체하지 않고, 보안 검토 후 고급 보조 수단으로 역할 분담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• 권장안: 업무별 PoC 1~2건 선정 → 효과·보안·사용 한도 정량 측정 → 팀 표준 활용 가이드 수립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참고  (16/17)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중국 LLM 상위 2종 vs ChatGPT — 성능·결과물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비교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ChatGPT (GPT-5.5)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DeepSeek V4 Pro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Qwen3.7-Max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91056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1591056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실무 코딩 (SWE-Bench)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418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최상위권 (프런티어)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591056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0260" y="1591056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80.6% (근접)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206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Pro 60.6% · Term 69.7%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2011680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과학 추론 (GPQA)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418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상위권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011680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90260" y="2011680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90.1%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206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92.4% (최고급)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32304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2432304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맥락 길이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418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수십만 토큰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2432304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0260" y="2432304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2396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206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852928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300" y="2852928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출력 비용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6418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기준 (1x)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2852928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0260" y="2852928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1/34 수준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206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ChatGPT보다 저렴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273552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300" y="3273552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라이선스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6418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3273552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0260" y="3273552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오픈웨이트 (MIT)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2396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206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822191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803903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ChatGPT 대비 결과물 차이 (실사용 평가)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06240"/>
            <a:ext cx="11155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코드: ChatGPT는 설명·주석이 친절한 범용형 / DeepSeek은 간결·고효율 코드와 수학·알고리즘 우위 / Qwen은 장기 에이전트·멀티스텝 일관성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한국어·문장: ChatGPT가 자연스러움·맥락 유지에서 우위 / 중국 모델은 영어·중국어가 강하고 한국어 미세 표현은 상대적 약세 가능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안정성: ChatGPT는 생태계·안전장치가 성숙 / 중국 모델은 환각률 개선(Qwen 22.9%)이나 정책·검열 편향 가능성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440680"/>
            <a:ext cx="11292840" cy="8686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40680"/>
            <a:ext cx="10835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도입 주의: 데이터 레지던시(관할) 보장 미흡 → HW 설계·소스코드 등 민감정보 입력 금지·법무/보안 검토 필수.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수치는 자가보고·제3자 벤치가 혼재 → 도입 전 사내 PoC로 재검증 (사내 Gauss 보조 용도로 한정 검토).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중국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aimlapi, benchlm.ai, qwen3lm, techjacksolutions, DataCamp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