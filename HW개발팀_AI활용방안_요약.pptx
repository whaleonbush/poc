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삼성전자 스마트폰 HW 개발팀 AI 활용 방안 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왜 지금 AI 도구를 검토하는가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97280"/>
            <a:ext cx="54864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1. 우리 팀 업무와 AI가 도울 수 있는 부분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5532120" cy="1078992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76200" cy="107899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5074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6FB2"/>
                </a:solidFill>
                <a:latin typeface="Apple SD Gothic Neo"/>
              </a:rPr>
              <a:t>우리 팀 업무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65960"/>
            <a:ext cx="507492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스마트폰 안의 회로, 센서, 전원, 충전, 통신 부품이 안정적으로 동작하도록 개발·검증합니다.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88920"/>
            <a:ext cx="5532120" cy="1078992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788920"/>
            <a:ext cx="76200" cy="107899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880360"/>
            <a:ext cx="5074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6FB2"/>
                </a:solidFill>
                <a:latin typeface="Apple SD Gothic Neo"/>
              </a:rPr>
              <a:t>AI가 잘 돕는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182112"/>
            <a:ext cx="507492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회로 자체를 대신 설계하기보다, 코드 초안·문서 정리·로그 분석·측정 데이터 정리처럼 반복되는 일을 도와줍니다.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05072"/>
            <a:ext cx="5532120" cy="1078992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05072"/>
            <a:ext cx="76200" cy="107899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96512"/>
            <a:ext cx="5074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1F6FB2"/>
                </a:solidFill>
                <a:latin typeface="Apple SD Gothic Neo"/>
              </a:rPr>
              <a:t>보고 목적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98264"/>
            <a:ext cx="507492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현재 사내 도구로 지금 당장 할 수 있는 일과, 현재 조건 때문에 어려운 일을 구분해 보고드립니다.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115568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1097280"/>
            <a:ext cx="54864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2. 현재 사용 가능한 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572768"/>
            <a:ext cx="5257800" cy="10332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572768"/>
            <a:ext cx="76200" cy="1033271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645920"/>
            <a:ext cx="480060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Cline SR : VS Code 안에서 일하는 AI 도우미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965960"/>
            <a:ext cx="4800600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개발자가 시키면 코드를 읽고, 고치고, 설명하고, 간단한 명령도 실행합니다.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715768"/>
            <a:ext cx="5257800" cy="10332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715768"/>
            <a:ext cx="76200" cy="1033271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88920"/>
            <a:ext cx="480060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Gauss : 회사 안에서 쓰는 AI 두뇌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08960"/>
            <a:ext cx="4800600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외부 유출 부담은 낮지만, 호출 횟수 제한이 있어 속도에 한계가 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858768"/>
            <a:ext cx="5257800" cy="10332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858768"/>
            <a:ext cx="76200" cy="1033271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931920"/>
            <a:ext cx="480060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API 호출 제한 : AI에게 질문할 수 있는 횟수 제한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251960"/>
            <a:ext cx="4800600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현재 분당 약 3~4회 수준이라 긴 작업은 중간에 기다리는 시간이 생깁니다.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166360"/>
            <a:ext cx="5257800" cy="10058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5257800"/>
            <a:ext cx="48006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핵심 메시지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80" b="0">
                <a:solidFill>
                  <a:srgbClr val="444A55"/>
                </a:solidFill>
                <a:latin typeface="Apple SD Gothic Neo"/>
              </a:rPr>
              <a:t>보안 부담 없이 쓸 수 있는 사내 AI 보조 도구이지만, 외부 AI·외부 도구처럼 자유롭고 빠른 환경은 아닙니다.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삼성전자 스마트폰 HW 개발팀 AI 활용 방안 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지금 당장 활용 가능한 분야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60704"/>
            <a:ext cx="73152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3. 스마트폰 HW 개발 업무 예시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13258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분야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44752"/>
            <a:ext cx="251460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444752"/>
            <a:ext cx="25146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활용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44752"/>
            <a:ext cx="69037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444752"/>
            <a:ext cx="69037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스마트폰 HW 개발 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80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720" y="2011680"/>
            <a:ext cx="12242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부품 제어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011680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79600" y="2011680"/>
            <a:ext cx="2413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코드 초안 작성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011680"/>
            <a:ext cx="6903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4200" y="2011680"/>
            <a:ext cx="6802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센서·전원 IC·충전 IC 설정 코드를 먼저 만들어 보고, 개발자가 검토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13258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720" y="2578608"/>
            <a:ext cx="12242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부품 설명서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2578608"/>
            <a:ext cx="2514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9600" y="2578608"/>
            <a:ext cx="2413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데이터시트 정리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578608"/>
            <a:ext cx="69037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4200" y="2578608"/>
            <a:ext cx="6802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복잡한 설정값 표를 사람이 보기 쉬운 요약표로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45536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720" y="3145536"/>
            <a:ext cx="12242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3145536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9600" y="3145536"/>
            <a:ext cx="2413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자동화 코드 작성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145536"/>
            <a:ext cx="6903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94200" y="3145536"/>
            <a:ext cx="6802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전압·전류·온도·소비전력 측정 스크립트 초안 작성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2464"/>
            <a:ext cx="13258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720" y="3712464"/>
            <a:ext cx="12242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데이터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3712464"/>
            <a:ext cx="2514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79600" y="3712464"/>
            <a:ext cx="2413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로그·측정값 정리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712464"/>
            <a:ext cx="69037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94200" y="3712464"/>
            <a:ext cx="6802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측정 결과를 표, 그래프, 원인 후보 문장으로 정리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79392"/>
            <a:ext cx="1325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3720" y="4279392"/>
            <a:ext cx="12242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품질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4279392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9600" y="4279392"/>
            <a:ext cx="2413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코드 점검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279392"/>
            <a:ext cx="6903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94200" y="4279392"/>
            <a:ext cx="6802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빠진 예외처리, 반복 코드, 위험해 보이는 부분 확인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46320"/>
            <a:ext cx="13258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3720" y="4846320"/>
            <a:ext cx="12242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문서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0" y="4846320"/>
            <a:ext cx="2514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79600" y="4846320"/>
            <a:ext cx="241300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보고서 초안 작성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4846320"/>
            <a:ext cx="69037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94200" y="4846320"/>
            <a:ext cx="68021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40" b="0">
                <a:solidFill>
                  <a:srgbClr val="444A55"/>
                </a:solidFill>
                <a:latin typeface="Apple SD Gothic Neo"/>
              </a:rPr>
              <a:t>시험 결과, 이슈 분석, 회의 정리, 개발 가이드 초안 작성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230368"/>
            <a:ext cx="3611880" cy="1170432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5340096"/>
            <a:ext cx="3246120" cy="960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잘 맞는 일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60" b="0">
                <a:solidFill>
                  <a:srgbClr val="444A55"/>
                </a:solidFill>
                <a:latin typeface="Apple SD Gothic Neo"/>
              </a:rPr>
              <a:t>반복되는 코드·문서·정리 작업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예: 측정 로그 정리, 코드 초안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97680" y="5230368"/>
            <a:ext cx="3611880" cy="1170432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07992" y="5340096"/>
            <a:ext cx="3246120" cy="960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주의할 일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60" b="0">
                <a:solidFill>
                  <a:srgbClr val="444A55"/>
                </a:solidFill>
                <a:latin typeface="Apple SD Gothic Neo"/>
              </a:rPr>
              <a:t>회로 판단·불량 원인 확정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예: 부품 최종 선정, 양산 영향 판단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2440" y="5230368"/>
            <a:ext cx="3611880" cy="117043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02752" y="5340096"/>
            <a:ext cx="3246120" cy="960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한 줄 결론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40" b="0">
                <a:solidFill>
                  <a:srgbClr val="FFFFFF"/>
                </a:solidFill>
                <a:latin typeface="Apple SD Gothic Neo"/>
              </a:rPr>
              <a:t>AI가 HW를 대신 설계하는 것이 아니라,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40" b="0">
                <a:solidFill>
                  <a:srgbClr val="FFFFFF"/>
                </a:solidFill>
                <a:latin typeface="Apple SD Gothic Neo"/>
              </a:rPr>
              <a:t>개발자의 반복 업무를 줄이는 도구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삼성전자 스마트폰 HW 개발팀 AI 활용 방안 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현재 조건에서의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60704"/>
            <a:ext cx="73152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4. 지금 조건에서 어려운 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44752"/>
            <a:ext cx="11201400" cy="749808"/>
          </a:xfrm>
          <a:prstGeom prst="roundRect">
            <a:avLst/>
          </a:prstGeom>
          <a:solidFill>
            <a:srgbClr val="FEF1E6"/>
          </a:solidFill>
          <a:ln w="1397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76200" cy="74980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20" b="1">
                <a:solidFill>
                  <a:srgbClr val="142A4A"/>
                </a:solidFill>
                <a:latin typeface="Apple SD Gothic Neo"/>
              </a:rPr>
              <a:t>외부 MCP·API 도구 사용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517904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60" b="0">
                <a:solidFill>
                  <a:srgbClr val="444A55"/>
                </a:solidFill>
                <a:latin typeface="Apple SD Gothic Neo"/>
              </a:rPr>
              <a:t>외부 문서 검색, 외부 코드 저장소, 외부 분석 도구와 자동 연결이 어렵습니다. 예: AI가 스스로 최신 부품 예제나 외부 자료실을 찾아오지 못함.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76856"/>
            <a:ext cx="11201400" cy="749808"/>
          </a:xfrm>
          <a:prstGeom prst="roundRect">
            <a:avLst/>
          </a:prstGeom>
          <a:solidFill>
            <a:srgbClr val="FEF1E6"/>
          </a:solidFill>
          <a:ln w="1397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76856"/>
            <a:ext cx="76200" cy="74980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40864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20" b="1">
                <a:solidFill>
                  <a:srgbClr val="142A4A"/>
                </a:solidFill>
                <a:latin typeface="Apple SD Gothic Neo"/>
              </a:rPr>
              <a:t>임베딩·청킹 특화 모델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50008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60" b="0">
                <a:solidFill>
                  <a:srgbClr val="444A55"/>
                </a:solidFill>
                <a:latin typeface="Apple SD Gothic Neo"/>
              </a:rPr>
              <a:t>긴 데이터시트·회로 설명서를 잘게 나누고 의미별로 찾는 고급 문서 검색 품질이 제한됩니다. 예: 500페이지 사양서에서 필요한 설정값을 정확히 찾는 능력이 부족할 수 있음.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08960"/>
            <a:ext cx="11201400" cy="749808"/>
          </a:xfrm>
          <a:prstGeom prst="roundRect">
            <a:avLst/>
          </a:prstGeom>
          <a:solidFill>
            <a:srgbClr val="FEF1E6"/>
          </a:solidFill>
          <a:ln w="1397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76200" cy="74980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172968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20" b="1">
                <a:solidFill>
                  <a:srgbClr val="142A4A"/>
                </a:solidFill>
                <a:latin typeface="Apple SD Gothic Neo"/>
              </a:rPr>
              <a:t>OCR 특화 도구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182112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60" b="0">
                <a:solidFill>
                  <a:srgbClr val="444A55"/>
                </a:solidFill>
                <a:latin typeface="Apple SD Gothic Neo"/>
              </a:rPr>
              <a:t>이미지, 스캔 PDF, 회로도 캡처 속 글자를 읽는 성능이 제한됩니다. 예: 캡처된 회로도나 스캔 데이터시트를 바로 읽어 정리하기 어려움.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41064"/>
            <a:ext cx="11201400" cy="749808"/>
          </a:xfrm>
          <a:prstGeom prst="roundRect">
            <a:avLst/>
          </a:prstGeom>
          <a:solidFill>
            <a:srgbClr val="FEF1E6"/>
          </a:solidFill>
          <a:ln w="1397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941064"/>
            <a:ext cx="76200" cy="74980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05072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20" b="1">
                <a:solidFill>
                  <a:srgbClr val="142A4A"/>
                </a:solidFill>
                <a:latin typeface="Apple SD Gothic Neo"/>
              </a:rPr>
              <a:t>Gauss API 호출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014216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60" b="0">
                <a:solidFill>
                  <a:srgbClr val="444A55"/>
                </a:solidFill>
                <a:latin typeface="Apple SD Gothic Neo"/>
              </a:rPr>
              <a:t>분당 약 3~4회만 AI를 부를 수 있어 Cline SR이 여러 번 생각하고 수정하는 긴 작업에서 속도가 느려집니다.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73168"/>
            <a:ext cx="11201400" cy="749808"/>
          </a:xfrm>
          <a:prstGeom prst="roundRect">
            <a:avLst/>
          </a:prstGeom>
          <a:solidFill>
            <a:srgbClr val="E8F1FA"/>
          </a:solidFill>
          <a:ln w="1397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773168"/>
            <a:ext cx="76200" cy="7498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837176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20" b="1">
                <a:solidFill>
                  <a:srgbClr val="142A4A"/>
                </a:solidFill>
                <a:latin typeface="Apple SD Gothic Neo"/>
              </a:rPr>
              <a:t>최신 정보 접근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4846320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60" b="0">
                <a:solidFill>
                  <a:srgbClr val="444A55"/>
                </a:solidFill>
                <a:latin typeface="Apple SD Gothic Neo"/>
              </a:rPr>
              <a:t>외부 인터넷 검색이나 최신 예제 확인이 어렵습니다. 예: 새 부품의 공개 자료나 최신 오픈소스 예제를 바로 참고하기 어려움.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05272"/>
            <a:ext cx="11201400" cy="749808"/>
          </a:xfrm>
          <a:prstGeom prst="roundRect">
            <a:avLst/>
          </a:prstGeom>
          <a:solidFill>
            <a:srgbClr val="E8F1FA"/>
          </a:solidFill>
          <a:ln w="1397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605272"/>
            <a:ext cx="76200" cy="7498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20" b="1">
                <a:solidFill>
                  <a:srgbClr val="142A4A"/>
                </a:solidFill>
                <a:latin typeface="Apple SD Gothic Neo"/>
              </a:rPr>
              <a:t>AI 결과 검증 필요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678424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60" b="0">
                <a:solidFill>
                  <a:srgbClr val="444A55"/>
                </a:solidFill>
                <a:latin typeface="Apple SD Gothic Neo"/>
              </a:rPr>
              <a:t>그럴듯하지만 틀린 답을 줄 수 있습니다. 예: 전원 시퀀스나 타이밍 조건은 반드시 개발자가 데이터시트와 실측으로 확인해야 함.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245352"/>
            <a:ext cx="11201400" cy="38404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245352"/>
            <a:ext cx="1120140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70" b="1">
                <a:solidFill>
                  <a:srgbClr val="FFFFFF"/>
                </a:solidFill>
                <a:latin typeface="Apple SD Gothic Neo"/>
              </a:rPr>
              <a:t>핵심: 현재 조건에서는 '보안이 필요한 사내 보조 도구'로는 유용하지만, 외부 도구까지 연결된 완전 자동 개발 도우미는 아닙니다.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삼성전자 스마트폰 HW 개발팀 AI 활용 방안 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 및 제언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11880" cy="3291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611880" cy="56692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611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당장 적용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코드 초안 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587752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문서 초안 작성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026664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측정 데이터 정리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465576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로그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904488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반복 업무 자동화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325880"/>
            <a:ext cx="3611880" cy="3291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1325880"/>
            <a:ext cx="3611880" cy="56692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25880"/>
            <a:ext cx="3611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신중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148840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회로 동작 최종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587752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부품 최종 선정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3026664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실제 불량 원인 확정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465576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양산 영향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3904488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안전·품질 영향 큰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325880"/>
            <a:ext cx="3611880" cy="3291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1325880"/>
            <a:ext cx="361188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325880"/>
            <a:ext cx="36118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개선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2" y="2148840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외부 도구 연결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2587752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문서 검색 성능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3026664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OCR 성능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3465576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Gauss 호출 속도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2" y="3904488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70" b="0">
                <a:solidFill>
                  <a:srgbClr val="444A55"/>
                </a:solidFill>
                <a:latin typeface="Apple SD Gothic Neo"/>
              </a:rPr>
              <a:t>- 팀 공통 사용 가이드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892040"/>
            <a:ext cx="11018520" cy="1234440"/>
          </a:xfrm>
          <a:prstGeom prst="roundRect">
            <a:avLst/>
          </a:prstGeom>
          <a:solidFill>
            <a:srgbClr val="E8F1FA"/>
          </a:solidFill>
          <a:ln w="1524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010912"/>
            <a:ext cx="10515600" cy="960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42A4A"/>
                </a:solidFill>
                <a:latin typeface="Apple SD Gothic Neo"/>
              </a:rPr>
              <a:t>최종 결론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30" b="0">
                <a:solidFill>
                  <a:srgbClr val="444A55"/>
                </a:solidFill>
                <a:latin typeface="Apple SD Gothic Neo"/>
              </a:rPr>
              <a:t>Cline SR과 Gauss는 스마트폰 HW 개발자의 반복 업무를 줄이는 데 바로 쓸 수 있습니다. 다만 외부 도구 연결, 문서 검색/OCR, API 호출 제한 때문에 '완전 자동 개발'은 어렵습니다. 따라서 낮은 위험의 정리·초안·검토 업무부터 적용하고, 사내 전용 문서 검색·OCR·호출 제한 개선을 다음 과제로 검토하는 것이 현실적입니다.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